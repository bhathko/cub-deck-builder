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4"/>
  </p:sldMasterIdLst>
  <p:notesMasterIdLst>
    <p:notesMasterId r:id="rId65"/>
  </p:notesMasterIdLst>
  <p:handoutMasterIdLst>
    <p:handoutMasterId r:id="rId66"/>
  </p:handoutMasterIdLst>
  <p:sldIdLst>
    <p:sldId id="2741" r:id="rId71"/>
    <p:sldId id="2742" r:id="rId72"/>
    <p:sldId id="2744" r:id="rId14"/>
    <p:sldId id="2745" r:id="rId15"/>
    <p:sldId id="2746" r:id="rId16"/>
    <p:sldId id="2743" r:id="rId7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EF8E4"/>
    <a:srgbClr val="E6E6E6"/>
    <a:srgbClr val="E9EBEF"/>
    <a:srgbClr val="ECEDEF"/>
    <a:srgbClr val="C5C4FF"/>
    <a:srgbClr val="FEFEFE"/>
    <a:srgbClr val="C00000"/>
    <a:srgbClr val="4AB7FA"/>
    <a:srgbClr val="344252"/>
    <a:srgbClr val="858CF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96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等深淺樣式 2 - 輔色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等深淺樣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中等深淺樣式 2 - 輔色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5940675A-B579-460E-94D1-54222C63F5DA}" styleName="無樣式、表格格線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408" autoAdjust="0"/>
    <p:restoredTop sz="94660"/>
  </p:normalViewPr>
  <p:slideViewPr>
    <p:cSldViewPr snapToGrid="0">
      <p:cViewPr varScale="1">
        <p:scale>
          <a:sx n="122" d="100"/>
          <a:sy n="122" d="100"/>
        </p:scale>
        <p:origin x="126" y="210"/>
      </p:cViewPr>
      <p:guideLst>
        <p:guide orient="horz" pos="2160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82" d="100"/>
        <a:sy n="82" d="100"/>
      </p:scale>
      <p:origin x="0" y="-12972"/>
    </p:cViewPr>
  </p:sorterViewPr>
  <p:notesViewPr>
    <p:cSldViewPr snapToGrid="0">
      <p:cViewPr varScale="1">
        <p:scale>
          <a:sx n="86" d="100"/>
          <a:sy n="86" d="100"/>
        </p:scale>
        <p:origin x="3864" y="108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4" Type="http://schemas.openxmlformats.org/officeDocument/2006/relationships/slide" Target="slides/slide4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65" Type="http://schemas.openxmlformats.org/officeDocument/2006/relationships/notesMaster" Target="notesMasters/notesMaster1.xml"/><Relationship Id="rId66" Type="http://schemas.openxmlformats.org/officeDocument/2006/relationships/handoutMaster" Target="handoutMasters/handoutMaster1.xml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Relationship Id="rId71" Type="http://schemas.openxmlformats.org/officeDocument/2006/relationships/slide" Target="slides/slide1.xml"/><Relationship Id="rId72" Type="http://schemas.openxmlformats.org/officeDocument/2006/relationships/slide" Target="slides/slide2.xml"/><Relationship Id="rId73" Type="http://schemas.openxmlformats.org/officeDocument/2006/relationships/slide" Target="slides/slide3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B8FFD71-D24C-41B1-8BD0-43460BF6209E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4" name="頁尾版面配置區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5" name="投影片編號版面配置區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2F5A22-9296-4873-AFDA-2268D53AC624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658597426"/>
      </p:ext>
    </p:extLst>
  </p:cSld>
  <p:clrMap bg1="lt1" tx1="dk1" bg2="lt2" tx2="dk2" accent1="accent1" accent2="accent2" accent3="accent3" accent4="accent4" accent5="accent5" accent6="accent6" hlink="hlink" folHlink="folHlink"/>
  <p:hf ft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6774462-EECD-436D-9056-D3B3144FC9A7}" type="datetimeFigureOut">
              <a:rPr lang="zh-TW" altLang="en-US" smtClean="0"/>
              <a:t>2026/7/30</a:t>
            </a:fld>
            <a:endParaRPr lang="zh-TW" altLang="en-US"/>
          </a:p>
        </p:txBody>
      </p:sp>
      <p:sp>
        <p:nvSpPr>
          <p:cNvPr id="4" name="投影片圖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TW" altLang="en-US"/>
              <a:t>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144B643-0862-4EB5-A341-C9CB89F2EEC2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93560544"/>
      </p:ext>
    </p:extLst>
  </p:cSld>
  <p:clrMap bg1="lt1" tx1="dk1" bg2="lt2" tx2="dk2" accent1="accent1" accent2="accent2" accent3="accent3" accent4="accent4" accent5="accent5" accent6="accent6" hlink="hlink" folHlink="folHlink"/>
  <p:hf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2.png"/><Relationship Id="rId3" Type="http://schemas.openxmlformats.org/officeDocument/2006/relationships/image" Target="../media/image3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2.png"/><Relationship Id="rId3" Type="http://schemas.openxmlformats.org/officeDocument/2006/relationships/image" Target="../media/image3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(有小標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圖片 3">
            <a:extLst>
              <a:ext uri="{FF2B5EF4-FFF2-40B4-BE49-F238E27FC236}">
                <a16:creationId xmlns:a16="http://schemas.microsoft.com/office/drawing/2014/main" id="{0B0ABA02-1CED-1FE5-CFA4-02C8E89A289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57" t="8991" r="4093" b="8411"/>
          <a:stretch/>
        </p:blipFill>
        <p:spPr>
          <a:xfrm>
            <a:off x="-14367" y="0"/>
            <a:ext cx="12206367" cy="6861797"/>
          </a:xfrm>
          <a:prstGeom prst="rect">
            <a:avLst/>
          </a:prstGeom>
        </p:spPr>
      </p:pic>
      <p:sp>
        <p:nvSpPr>
          <p:cNvPr id="5" name="矩形 4">
            <a:extLst>
              <a:ext uri="{FF2B5EF4-FFF2-40B4-BE49-F238E27FC236}">
                <a16:creationId xmlns:a16="http://schemas.microsoft.com/office/drawing/2014/main" id="{E4BC367F-ABF5-4077-3FBB-8372FAE276CB}"/>
              </a:ext>
            </a:extLst>
          </p:cNvPr>
          <p:cNvSpPr/>
          <p:nvPr userDrawn="1"/>
        </p:nvSpPr>
        <p:spPr>
          <a:xfrm>
            <a:off x="-14367" y="-3796"/>
            <a:ext cx="8898875" cy="6858000"/>
          </a:xfrm>
          <a:prstGeom prst="rect">
            <a:avLst/>
          </a:prstGeom>
          <a:gradFill flip="none" rotWithShape="1">
            <a:gsLst>
              <a:gs pos="33000">
                <a:schemeClr val="bg1">
                  <a:alpha val="9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14" name="標題 1"/>
          <p:cNvSpPr>
            <a:spLocks noGrp="1"/>
          </p:cNvSpPr>
          <p:nvPr userDrawn="1">
            <p:ph type="ctrTitle" hasCustomPrompt="1"/>
          </p:nvPr>
        </p:nvSpPr>
        <p:spPr>
          <a:xfrm>
            <a:off x="313127" y="2611694"/>
            <a:ext cx="6804798" cy="6463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l">
              <a:lnSpc>
                <a:spcPct val="120000"/>
              </a:lnSpc>
              <a:defRPr lang="zh-TW" altLang="en-US" sz="40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按一下編輯標題</a:t>
            </a:r>
          </a:p>
        </p:txBody>
      </p:sp>
      <p:sp>
        <p:nvSpPr>
          <p:cNvPr id="15" name="副標題 2"/>
          <p:cNvSpPr>
            <a:spLocks noGrp="1"/>
          </p:cNvSpPr>
          <p:nvPr userDrawn="1">
            <p:ph type="subTitle" idx="1" hasCustomPrompt="1"/>
          </p:nvPr>
        </p:nvSpPr>
        <p:spPr>
          <a:xfrm>
            <a:off x="313127" y="3398251"/>
            <a:ext cx="6804798" cy="369332"/>
          </a:xfrm>
          <a:noFill/>
          <a:ln>
            <a:noFill/>
          </a:ln>
        </p:spPr>
        <p:txBody>
          <a:bodyPr vert="horz" wrap="square" lIns="91440" tIns="45720" rIns="91440" bIns="45720" rtlCol="0" anchor="t" anchorCtr="0">
            <a:spAutoFit/>
          </a:bodyPr>
          <a:lstStyle>
            <a:lvl1pPr>
              <a:defRPr lang="zh-TW" altLang="en-US" sz="2000" dirty="0">
                <a:solidFill>
                  <a:schemeClr val="accent1"/>
                </a:solidFill>
              </a:defRPr>
            </a:lvl1pPr>
          </a:lstStyle>
          <a:p>
            <a:pPr lvl="0"/>
            <a:r>
              <a:rPr lang="zh-TW" altLang="en-US" dirty="0"/>
              <a:t>按一下編輯副標題</a:t>
            </a:r>
          </a:p>
        </p:txBody>
      </p:sp>
      <p:sp>
        <p:nvSpPr>
          <p:cNvPr id="20" name="文字版面配置區 19"/>
          <p:cNvSpPr>
            <a:spLocks noGrp="1"/>
          </p:cNvSpPr>
          <p:nvPr userDrawn="1">
            <p:ph type="body" sz="quarter" idx="10" hasCustomPrompt="1"/>
          </p:nvPr>
        </p:nvSpPr>
        <p:spPr>
          <a:xfrm>
            <a:off x="452019" y="2023057"/>
            <a:ext cx="1210588" cy="426646"/>
          </a:xfr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54000" bIns="0" rtlCol="0" anchor="ctr"/>
          <a:lstStyle>
            <a:lvl1pPr algn="ctr">
              <a:defRPr lang="zh-TW" altLang="en-US" sz="18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主題標籤</a:t>
            </a:r>
          </a:p>
        </p:txBody>
      </p:sp>
      <p:pic>
        <p:nvPicPr>
          <p:cNvPr id="9" name="圖片 8">
            <a:extLst>
              <a:ext uri="{FF2B5EF4-FFF2-40B4-BE49-F238E27FC236}">
                <a16:creationId xmlns:a16="http://schemas.microsoft.com/office/drawing/2014/main" id="{E58F2EBB-A68F-9914-5F73-EDB1D5EB794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7389381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封面(無小標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圖片 1">
            <a:extLst>
              <a:ext uri="{FF2B5EF4-FFF2-40B4-BE49-F238E27FC236}">
                <a16:creationId xmlns:a16="http://schemas.microsoft.com/office/drawing/2014/main" id="{7B3519B0-D8E3-594E-16F7-79316550677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57" t="8991" r="4093" b="8411"/>
          <a:stretch/>
        </p:blipFill>
        <p:spPr>
          <a:xfrm>
            <a:off x="-14367" y="0"/>
            <a:ext cx="12206367" cy="6861797"/>
          </a:xfrm>
          <a:prstGeom prst="rect">
            <a:avLst/>
          </a:prstGeom>
        </p:spPr>
      </p:pic>
      <p:sp>
        <p:nvSpPr>
          <p:cNvPr id="3" name="矩形 2">
            <a:extLst>
              <a:ext uri="{FF2B5EF4-FFF2-40B4-BE49-F238E27FC236}">
                <a16:creationId xmlns:a16="http://schemas.microsoft.com/office/drawing/2014/main" id="{3B1094AB-4F79-1953-248B-71057B8A91FE}"/>
              </a:ext>
            </a:extLst>
          </p:cNvPr>
          <p:cNvSpPr/>
          <p:nvPr userDrawn="1"/>
        </p:nvSpPr>
        <p:spPr>
          <a:xfrm>
            <a:off x="-14367" y="-3796"/>
            <a:ext cx="8898875" cy="6858000"/>
          </a:xfrm>
          <a:prstGeom prst="rect">
            <a:avLst/>
          </a:prstGeom>
          <a:gradFill flip="none" rotWithShape="1">
            <a:gsLst>
              <a:gs pos="33000">
                <a:schemeClr val="bg1">
                  <a:alpha val="90000"/>
                </a:schemeClr>
              </a:gs>
              <a:gs pos="100000">
                <a:schemeClr val="bg1">
                  <a:alpha val="0"/>
                </a:schemeClr>
              </a:gs>
            </a:gsLst>
            <a:lin ang="0" scaled="0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8" name="文字版面配置區 19">
            <a:extLst>
              <a:ext uri="{FF2B5EF4-FFF2-40B4-BE49-F238E27FC236}">
                <a16:creationId xmlns:a16="http://schemas.microsoft.com/office/drawing/2014/main" id="{46823BB4-1BC4-640E-C4E2-F828BA2AD85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454498" y="2023057"/>
            <a:ext cx="1210588" cy="426646"/>
          </a:xfrm>
          <a:solidFill>
            <a:schemeClr val="tx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54000" bIns="0" rtlCol="0" anchor="ctr"/>
          <a:lstStyle>
            <a:lvl1pPr algn="ctr">
              <a:defRPr lang="zh-TW" altLang="en-US" sz="18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主題標籤</a:t>
            </a:r>
          </a:p>
        </p:txBody>
      </p:sp>
      <p:pic>
        <p:nvPicPr>
          <p:cNvPr id="10" name="圖片 9">
            <a:extLst>
              <a:ext uri="{FF2B5EF4-FFF2-40B4-BE49-F238E27FC236}">
                <a16:creationId xmlns:a16="http://schemas.microsoft.com/office/drawing/2014/main" id="{095FF815-9373-9D80-43B0-DDD1A317E87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  <p:sp>
        <p:nvSpPr>
          <p:cNvPr id="11" name="標題 1">
            <a:extLst>
              <a:ext uri="{FF2B5EF4-FFF2-40B4-BE49-F238E27FC236}">
                <a16:creationId xmlns:a16="http://schemas.microsoft.com/office/drawing/2014/main" id="{F9258E75-60E8-3008-8947-A3960CBCE7A4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313127" y="2611694"/>
            <a:ext cx="6804798" cy="646331"/>
          </a:xfrm>
          <a:prstGeom prst="rect">
            <a:avLst/>
          </a:prstGeom>
        </p:spPr>
        <p:txBody>
          <a:bodyPr wrap="square" anchor="ctr">
            <a:spAutoFit/>
          </a:bodyPr>
          <a:lstStyle>
            <a:lvl1pPr algn="l">
              <a:lnSpc>
                <a:spcPct val="120000"/>
              </a:lnSpc>
              <a:defRPr lang="zh-TW" altLang="en-US" sz="40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</a:pPr>
            <a:r>
              <a:rPr lang="zh-TW" altLang="en-US" dirty="0"/>
              <a:t>按一下編輯標題</a:t>
            </a:r>
          </a:p>
        </p:txBody>
      </p:sp>
    </p:spTree>
    <p:extLst>
      <p:ext uri="{BB962C8B-B14F-4D97-AF65-F5344CB8AC3E}">
        <p14:creationId xmlns:p14="http://schemas.microsoft.com/office/powerpoint/2010/main" val="5434456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目錄">
    <p:bg>
      <p:bgPr>
        <a:gradFill>
          <a:gsLst>
            <a:gs pos="0">
              <a:srgbClr val="C5C4FF">
                <a:alpha val="29000"/>
              </a:srgbClr>
            </a:gs>
            <a:gs pos="29000">
              <a:srgbClr val="ECEDEF">
                <a:alpha val="79000"/>
              </a:srgbClr>
            </a:gs>
            <a:gs pos="77000">
              <a:srgbClr val="E9EBEF">
                <a:alpha val="76000"/>
              </a:srgbClr>
            </a:gs>
            <a:gs pos="100000">
              <a:srgbClr val="CEF8E4">
                <a:alpha val="50000"/>
              </a:srgbClr>
            </a:gs>
          </a:gsLst>
          <a:lin ang="1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矩形 2">
            <a:extLst>
              <a:ext uri="{FF2B5EF4-FFF2-40B4-BE49-F238E27FC236}">
                <a16:creationId xmlns:a16="http://schemas.microsoft.com/office/drawing/2014/main" id="{E637C78D-A8C4-5DD0-008A-F40C60258016}"/>
              </a:ext>
            </a:extLst>
          </p:cNvPr>
          <p:cNvSpPr/>
          <p:nvPr userDrawn="1"/>
        </p:nvSpPr>
        <p:spPr>
          <a:xfrm rot="10800000">
            <a:off x="-4" y="0"/>
            <a:ext cx="4362998" cy="6858000"/>
          </a:xfrm>
          <a:prstGeom prst="rect">
            <a:avLst/>
          </a:prstGeom>
          <a:gradFill flip="none" rotWithShape="1">
            <a:gsLst>
              <a:gs pos="100000">
                <a:srgbClr val="E6E9EE"/>
              </a:gs>
              <a:gs pos="2000">
                <a:srgbClr val="FFFFFF">
                  <a:alpha val="0"/>
                </a:srgbClr>
              </a:gs>
              <a:gs pos="62000">
                <a:srgbClr val="EDEEF4">
                  <a:alpha val="90000"/>
                </a:srgbClr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7" name="內容版面配置區 2"/>
          <p:cNvSpPr>
            <a:spLocks noGrp="1"/>
          </p:cNvSpPr>
          <p:nvPr>
            <p:ph idx="1" hasCustomPrompt="1"/>
          </p:nvPr>
        </p:nvSpPr>
        <p:spPr>
          <a:xfrm>
            <a:off x="4743449" y="1077714"/>
            <a:ext cx="7168805" cy="4474418"/>
          </a:xfrm>
        </p:spPr>
        <p:txBody>
          <a:bodyPr anchor="t">
            <a:normAutofit/>
          </a:bodyPr>
          <a:lstStyle>
            <a:lvl1pPr marL="514350" indent="-514350" algn="l">
              <a:lnSpc>
                <a:spcPct val="150000"/>
              </a:lnSpc>
              <a:buClr>
                <a:schemeClr val="bg1">
                  <a:lumMod val="65000"/>
                </a:schemeClr>
              </a:buClr>
              <a:buSzPct val="120000"/>
              <a:buFont typeface="Wingdings" panose="05000000000000000000" pitchFamily="2" charset="2"/>
              <a:buAutoNum type="circleNumWdWhitePlain"/>
              <a:defRPr sz="2000" b="1">
                <a:solidFill>
                  <a:schemeClr val="tx2"/>
                </a:solidFill>
              </a:defRPr>
            </a:lvl1pPr>
            <a:lvl2pPr marL="457200" indent="0">
              <a:lnSpc>
                <a:spcPct val="150000"/>
              </a:lnSpc>
              <a:buFont typeface="Wingdings" panose="05000000000000000000" pitchFamily="2" charset="2"/>
              <a:buNone/>
              <a:defRPr b="0"/>
            </a:lvl2pPr>
            <a:lvl3pPr marL="1371600" indent="-457200">
              <a:lnSpc>
                <a:spcPct val="150000"/>
              </a:lnSpc>
              <a:buFont typeface="Wingdings" panose="05000000000000000000" pitchFamily="2" charset="2"/>
              <a:buAutoNum type="circleNumWdWhitePlain"/>
              <a:defRPr b="0"/>
            </a:lvl3pPr>
            <a:lvl4pPr marL="1714500" indent="-342900">
              <a:lnSpc>
                <a:spcPct val="150000"/>
              </a:lnSpc>
              <a:buFont typeface="Wingdings" panose="05000000000000000000" pitchFamily="2" charset="2"/>
              <a:buAutoNum type="circleNumWdWhitePlain"/>
              <a:defRPr b="0"/>
            </a:lvl4pPr>
            <a:lvl5pPr marL="2171700" indent="-342900">
              <a:lnSpc>
                <a:spcPct val="150000"/>
              </a:lnSpc>
              <a:buFont typeface="Wingdings" panose="05000000000000000000" pitchFamily="2" charset="2"/>
              <a:buAutoNum type="circleNumWdWhitePlain"/>
              <a:defRPr b="0"/>
            </a:lvl5pPr>
          </a:lstStyle>
          <a:p>
            <a:pPr lvl="0"/>
            <a:r>
              <a:rPr lang="zh-TW" altLang="en-US" dirty="0"/>
              <a:t>編輯母片文字樣式</a:t>
            </a:r>
          </a:p>
          <a:p>
            <a:pPr lvl="0"/>
            <a:endParaRPr lang="zh-TW" altLang="en-US" dirty="0"/>
          </a:p>
        </p:txBody>
      </p:sp>
      <p:sp>
        <p:nvSpPr>
          <p:cNvPr id="2" name="投影片編號版面配置區 1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sp>
        <p:nvSpPr>
          <p:cNvPr id="4" name="矩形 3"/>
          <p:cNvSpPr/>
          <p:nvPr userDrawn="1"/>
        </p:nvSpPr>
        <p:spPr>
          <a:xfrm>
            <a:off x="636749" y="1767674"/>
            <a:ext cx="1553710" cy="75713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l">
              <a:lnSpc>
                <a:spcPct val="90000"/>
              </a:lnSpc>
              <a:spcBef>
                <a:spcPct val="0"/>
              </a:spcBef>
              <a:buNone/>
            </a:pPr>
            <a:r>
              <a:rPr lang="zh-TW" altLang="en-US" sz="4800" b="1" kern="1200" spc="300" dirty="0">
                <a:solidFill>
                  <a:schemeClr val="tx2"/>
                </a:solidFill>
                <a:latin typeface="+mj-ea"/>
                <a:ea typeface="+mn-ea"/>
                <a:cs typeface="+mn-cs"/>
              </a:rPr>
              <a:t>目錄</a:t>
            </a:r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FB947AAE-5184-F1A3-F600-7AE5CFE38AFE}"/>
              </a:ext>
            </a:extLst>
          </p:cNvPr>
          <p:cNvSpPr/>
          <p:nvPr userDrawn="1"/>
        </p:nvSpPr>
        <p:spPr>
          <a:xfrm>
            <a:off x="717174" y="1209166"/>
            <a:ext cx="3151737" cy="4801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l">
              <a:lnSpc>
                <a:spcPct val="90000"/>
              </a:lnSpc>
              <a:spcBef>
                <a:spcPct val="0"/>
              </a:spcBef>
              <a:buNone/>
            </a:pPr>
            <a:r>
              <a:rPr lang="en-US" altLang="zh-TW" sz="2800" b="1" kern="1200" dirty="0">
                <a:solidFill>
                  <a:schemeClr val="accent1">
                    <a:lumMod val="60000"/>
                    <a:lumOff val="40000"/>
                  </a:schemeClr>
                </a:solidFill>
                <a:latin typeface="+mj-ea"/>
                <a:ea typeface="+mn-ea"/>
                <a:cs typeface="+mn-cs"/>
              </a:rPr>
              <a:t>Contents</a:t>
            </a:r>
            <a:endParaRPr lang="zh-TW" altLang="en-US" sz="2800" b="1" kern="1200" dirty="0">
              <a:solidFill>
                <a:schemeClr val="accent1">
                  <a:lumMod val="60000"/>
                  <a:lumOff val="40000"/>
                </a:schemeClr>
              </a:solidFill>
              <a:latin typeface="+mj-ea"/>
              <a:ea typeface="+mn-ea"/>
              <a:cs typeface="+mn-cs"/>
            </a:endParaRPr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19F9371D-729F-6E6C-F9A8-E2C77367E19A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2624492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 showMasterSp="0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4"/>
          <p:cNvSpPr>
            <a:spLocks noGrp="1"/>
          </p:cNvSpPr>
          <p:nvPr>
            <p:ph type="title"/>
          </p:nvPr>
        </p:nvSpPr>
        <p:spPr>
          <a:xfrm>
            <a:off x="287645" y="180992"/>
            <a:ext cx="11609852" cy="58477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3200" dirty="0">
                <a:solidFill>
                  <a:schemeClr val="tx2"/>
                </a:solidFill>
                <a:latin typeface="+mj-ea"/>
                <a:cs typeface="+mn-cs"/>
              </a:defRPr>
            </a:lvl1pPr>
          </a:lstStyle>
          <a:p>
            <a:pPr marL="0" lvl="0">
              <a:lnSpc>
                <a:spcPct val="100000"/>
              </a:lnSpc>
            </a:pP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sp>
        <p:nvSpPr>
          <p:cNvPr id="19" name="文字版面配置區 18"/>
          <p:cNvSpPr>
            <a:spLocks noGrp="1"/>
          </p:cNvSpPr>
          <p:nvPr>
            <p:ph type="body" sz="quarter" idx="13" hasCustomPrompt="1"/>
          </p:nvPr>
        </p:nvSpPr>
        <p:spPr>
          <a:xfrm>
            <a:off x="287644" y="764763"/>
            <a:ext cx="11624609" cy="369332"/>
          </a:xfr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1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按一下以新增副標題</a:t>
            </a:r>
          </a:p>
        </p:txBody>
      </p:sp>
      <p:sp>
        <p:nvSpPr>
          <p:cNvPr id="13" name="文字版面配置區 4"/>
          <p:cNvSpPr>
            <a:spLocks noGrp="1"/>
          </p:cNvSpPr>
          <p:nvPr>
            <p:ph type="body" sz="quarter" idx="33" hasCustomPrompt="1"/>
          </p:nvPr>
        </p:nvSpPr>
        <p:spPr>
          <a:xfrm>
            <a:off x="9078345" y="320233"/>
            <a:ext cx="900000" cy="324000"/>
          </a:xfr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72000" rIns="91440" bIns="36000" rtlCol="0" anchor="ctr">
            <a:normAutofit/>
          </a:bodyPr>
          <a:lstStyle>
            <a:lvl1pPr>
              <a:defRPr lang="zh-TW" altLang="en-US" sz="14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當前項目</a:t>
            </a:r>
          </a:p>
        </p:txBody>
      </p:sp>
      <p:sp>
        <p:nvSpPr>
          <p:cNvPr id="15" name="文字版面配置區 4"/>
          <p:cNvSpPr>
            <a:spLocks noGrp="1"/>
          </p:cNvSpPr>
          <p:nvPr>
            <p:ph type="body" sz="quarter" idx="35" hasCustomPrompt="1"/>
          </p:nvPr>
        </p:nvSpPr>
        <p:spPr>
          <a:xfrm>
            <a:off x="11004355" y="319984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 algn="ctr"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sp>
        <p:nvSpPr>
          <p:cNvPr id="8" name="文字版面配置區 4">
            <a:extLst>
              <a:ext uri="{FF2B5EF4-FFF2-40B4-BE49-F238E27FC236}">
                <a16:creationId xmlns:a16="http://schemas.microsoft.com/office/drawing/2014/main" id="{8CD40C1F-6767-4D70-8405-0C1FE674BA23}"/>
              </a:ext>
            </a:extLst>
          </p:cNvPr>
          <p:cNvSpPr>
            <a:spLocks noGrp="1"/>
          </p:cNvSpPr>
          <p:nvPr>
            <p:ph type="body" sz="quarter" idx="36" hasCustomPrompt="1"/>
          </p:nvPr>
        </p:nvSpPr>
        <p:spPr>
          <a:xfrm>
            <a:off x="10037921" y="319984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 algn="ctr"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pic>
        <p:nvPicPr>
          <p:cNvPr id="20" name="expA_content_bg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21" name="expA_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863869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標題 4"/>
          <p:cNvSpPr>
            <a:spLocks noGrp="1"/>
          </p:cNvSpPr>
          <p:nvPr>
            <p:ph type="title"/>
          </p:nvPr>
        </p:nvSpPr>
        <p:spPr>
          <a:xfrm>
            <a:off x="287645" y="180992"/>
            <a:ext cx="11609852" cy="58477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3200" dirty="0">
                <a:solidFill>
                  <a:schemeClr val="tx2"/>
                </a:solidFill>
                <a:latin typeface="+mj-ea"/>
                <a:cs typeface="+mn-cs"/>
              </a:defRPr>
            </a:lvl1pPr>
          </a:lstStyle>
          <a:p>
            <a:pPr marL="0" lvl="0">
              <a:lnSpc>
                <a:spcPct val="100000"/>
              </a:lnSpc>
            </a:pPr>
            <a:endParaRPr lang="zh-TW" altLang="en-US" dirty="0"/>
          </a:p>
        </p:txBody>
      </p:sp>
      <p:sp>
        <p:nvSpPr>
          <p:cNvPr id="3" name="投影片編號版面配置區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sp>
        <p:nvSpPr>
          <p:cNvPr id="13" name="文字版面配置區 4"/>
          <p:cNvSpPr>
            <a:spLocks noGrp="1"/>
          </p:cNvSpPr>
          <p:nvPr>
            <p:ph type="body" sz="quarter" idx="33" hasCustomPrompt="1"/>
          </p:nvPr>
        </p:nvSpPr>
        <p:spPr>
          <a:xfrm>
            <a:off x="9078345" y="325657"/>
            <a:ext cx="900000" cy="324000"/>
          </a:xfrm>
          <a:solidFill>
            <a:schemeClr val="accent2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lIns="91440" tIns="72000" rIns="91440" bIns="36000" rtlCol="0" anchor="ctr">
            <a:normAutofit/>
          </a:bodyPr>
          <a:lstStyle>
            <a:lvl1pPr>
              <a:defRPr lang="zh-TW" altLang="en-US" sz="1400" dirty="0">
                <a:solidFill>
                  <a:schemeClr val="lt1"/>
                </a:solidFill>
              </a:defRPr>
            </a:lvl1pPr>
          </a:lstStyle>
          <a:p>
            <a:pPr lvl="0" algn="ctr"/>
            <a:r>
              <a:rPr lang="zh-TW" altLang="en-US" dirty="0"/>
              <a:t>當前項目</a:t>
            </a:r>
          </a:p>
        </p:txBody>
      </p:sp>
      <p:sp>
        <p:nvSpPr>
          <p:cNvPr id="14" name="文字版面配置區 4"/>
          <p:cNvSpPr>
            <a:spLocks noGrp="1"/>
          </p:cNvSpPr>
          <p:nvPr>
            <p:ph type="body" sz="quarter" idx="34" hasCustomPrompt="1"/>
          </p:nvPr>
        </p:nvSpPr>
        <p:spPr>
          <a:xfrm>
            <a:off x="10041350" y="325408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sp>
        <p:nvSpPr>
          <p:cNvPr id="15" name="文字版面配置區 4"/>
          <p:cNvSpPr>
            <a:spLocks noGrp="1"/>
          </p:cNvSpPr>
          <p:nvPr>
            <p:ph type="body" sz="quarter" idx="35" hasCustomPrompt="1"/>
          </p:nvPr>
        </p:nvSpPr>
        <p:spPr>
          <a:xfrm>
            <a:off x="11004355" y="325408"/>
            <a:ext cx="900000" cy="324498"/>
          </a:xfrm>
          <a:solidFill>
            <a:schemeClr val="bg2">
              <a:lumMod val="60000"/>
              <a:lumOff val="40000"/>
            </a:schemeClr>
          </a:solidFill>
        </p:spPr>
        <p:txBody>
          <a:bodyPr vert="horz" wrap="square" lIns="91440" tIns="72000" rIns="91440" bIns="36000" rtlCol="0" anchor="ctr">
            <a:spAutoFit/>
          </a:bodyPr>
          <a:lstStyle>
            <a:lvl1pPr>
              <a:defRPr lang="zh-TW" altLang="en-US" sz="1400" dirty="0">
                <a:solidFill>
                  <a:schemeClr val="tx2"/>
                </a:solidFill>
                <a:latin typeface="+mj-ea"/>
                <a:ea typeface="+mj-ea"/>
              </a:defRPr>
            </a:lvl1pPr>
          </a:lstStyle>
          <a:p>
            <a:pPr lvl="0" algn="ctr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子項目</a:t>
            </a:r>
          </a:p>
        </p:txBody>
      </p:sp>
      <p:sp>
        <p:nvSpPr>
          <p:cNvPr id="2" name="文字版面配置區 3">
            <a:extLst>
              <a:ext uri="{FF2B5EF4-FFF2-40B4-BE49-F238E27FC236}">
                <a16:creationId xmlns:a16="http://schemas.microsoft.com/office/drawing/2014/main" id="{A90935DD-A9E2-17F5-3708-E74139A999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287644" y="1134095"/>
            <a:ext cx="11609853" cy="4723007"/>
          </a:xfrm>
        </p:spPr>
        <p:txBody>
          <a:bodyPr>
            <a:normAutofit/>
          </a:bodyPr>
          <a:lstStyle>
            <a:lvl1pPr marL="0" indent="0">
              <a:lnSpc>
                <a:spcPct val="150000"/>
              </a:lnSpc>
              <a:buFont typeface="+mj-lt"/>
              <a:buNone/>
              <a:defRPr sz="1800">
                <a:solidFill>
                  <a:schemeClr val="tx2"/>
                </a:solidFill>
                <a:latin typeface="+mj-ea"/>
                <a:ea typeface="+mj-ea"/>
              </a:defRPr>
            </a:lvl1pPr>
            <a:lvl2pPr marL="742950" indent="-285750">
              <a:buFont typeface="Arial" panose="020B0604020202020204" pitchFamily="34" charset="0"/>
              <a:buChar char="•"/>
              <a:defRPr sz="1400">
                <a:solidFill>
                  <a:schemeClr val="tx2"/>
                </a:solidFill>
                <a:latin typeface="+mj-ea"/>
                <a:ea typeface="+mj-ea"/>
              </a:defRPr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 dirty="0"/>
              <a:t>編輯母片文字樣式</a:t>
            </a:r>
            <a:endParaRPr lang="en-US" altLang="zh-TW" dirty="0"/>
          </a:p>
          <a:p>
            <a:pPr lvl="1"/>
            <a:endParaRPr lang="zh-TW" altLang="en-US" dirty="0"/>
          </a:p>
        </p:txBody>
      </p:sp>
      <p:sp>
        <p:nvSpPr>
          <p:cNvPr id="4" name="文字版面配置區 18">
            <a:extLst>
              <a:ext uri="{FF2B5EF4-FFF2-40B4-BE49-F238E27FC236}">
                <a16:creationId xmlns:a16="http://schemas.microsoft.com/office/drawing/2014/main" id="{AE856760-9498-EA72-DE5F-1F5EC0934EB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287644" y="764763"/>
            <a:ext cx="11624609" cy="369332"/>
          </a:xfrm>
        </p:spPr>
        <p:txBody>
          <a:bodyPr vert="horz" wrap="square" lIns="91440" tIns="45720" rIns="91440" bIns="45720" rtlCol="0" anchor="ctr">
            <a:spAutoFit/>
          </a:bodyPr>
          <a:lstStyle>
            <a:lvl1pPr>
              <a:defRPr lang="zh-TW" altLang="en-US" sz="1800" b="0" dirty="0">
                <a:solidFill>
                  <a:schemeClr val="tx1">
                    <a:lumMod val="50000"/>
                    <a:lumOff val="50000"/>
                  </a:schemeClr>
                </a:solidFill>
                <a:latin typeface="+mj-ea"/>
                <a:ea typeface="+mj-ea"/>
              </a:defRPr>
            </a:lvl1pPr>
          </a:lstStyle>
          <a:p>
            <a:pPr lvl="0">
              <a:lnSpc>
                <a:spcPct val="100000"/>
              </a:lnSpc>
              <a:spcBef>
                <a:spcPct val="0"/>
              </a:spcBef>
            </a:pPr>
            <a:r>
              <a:rPr lang="zh-TW" altLang="en-US" dirty="0"/>
              <a:t>按一下以新增副標題</a:t>
            </a:r>
          </a:p>
        </p:txBody>
      </p:sp>
    </p:spTree>
    <p:extLst>
      <p:ext uri="{BB962C8B-B14F-4D97-AF65-F5344CB8AC3E}">
        <p14:creationId xmlns:p14="http://schemas.microsoft.com/office/powerpoint/2010/main" val="22030781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中場/封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文字版面配置區 7">
            <a:extLst>
              <a:ext uri="{FF2B5EF4-FFF2-40B4-BE49-F238E27FC236}">
                <a16:creationId xmlns:a16="http://schemas.microsoft.com/office/drawing/2014/main" id="{E83184DB-C108-48EB-AE0A-383050C9108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043278" y="2493509"/>
            <a:ext cx="2105444" cy="584775"/>
          </a:xfrm>
        </p:spPr>
        <p:txBody>
          <a:bodyPr wrap="square">
            <a:sp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TW" altLang="en-US" sz="3200" b="1" kern="1200" dirty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5pPr>
          </a:lstStyle>
          <a:p>
            <a:pPr lvl="0"/>
            <a:r>
              <a:rPr lang="zh-TW" altLang="en-US" dirty="0"/>
              <a:t>標題文字</a:t>
            </a:r>
          </a:p>
        </p:txBody>
      </p:sp>
      <p:sp>
        <p:nvSpPr>
          <p:cNvPr id="3" name="文字版面配置區 7">
            <a:extLst>
              <a:ext uri="{FF2B5EF4-FFF2-40B4-BE49-F238E27FC236}">
                <a16:creationId xmlns:a16="http://schemas.microsoft.com/office/drawing/2014/main" id="{D38F6F9F-E157-48F4-B906-4F21FA1C5BBC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4336585" y="3194942"/>
            <a:ext cx="3518831" cy="400110"/>
          </a:xfrm>
        </p:spPr>
        <p:txBody>
          <a:bodyPr wrap="square">
            <a:sp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lang="zh-TW" altLang="en-US" sz="2000" b="1" kern="1200" dirty="0">
                <a:solidFill>
                  <a:schemeClr val="accent2"/>
                </a:solidFill>
                <a:latin typeface="+mn-lt"/>
                <a:ea typeface="+mn-ea"/>
                <a:cs typeface="+mn-cs"/>
              </a:defRPr>
            </a:lvl1pPr>
            <a:lvl2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2pPr>
            <a:lvl3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3pPr>
            <a:lvl4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 smtClean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4pPr>
            <a:lvl5pPr marL="0" indent="0" algn="l" defTabSz="914400" rtl="0" eaLnBrk="1" latinLnBrk="0" hangingPunct="1">
              <a:lnSpc>
                <a:spcPct val="90000"/>
              </a:lnSpc>
              <a:spcBef>
                <a:spcPts val="2400"/>
              </a:spcBef>
              <a:buFont typeface="Arial" panose="020B0604020202020204" pitchFamily="34" charset="0"/>
              <a:buNone/>
              <a:defRPr lang="zh-TW" altLang="en-US" sz="1800" b="1" kern="1200" dirty="0">
                <a:solidFill>
                  <a:srgbClr val="FA8B10"/>
                </a:solidFill>
                <a:latin typeface="+mn-lt"/>
                <a:ea typeface="+mn-ea"/>
                <a:cs typeface="+mn-cs"/>
              </a:defRPr>
            </a:lvl5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 dirty="0"/>
              <a:t>說明文字說明文字說明文字</a:t>
            </a:r>
          </a:p>
        </p:txBody>
      </p:sp>
    </p:spTree>
    <p:extLst>
      <p:ext uri="{BB962C8B-B14F-4D97-AF65-F5344CB8AC3E}">
        <p14:creationId xmlns:p14="http://schemas.microsoft.com/office/powerpoint/2010/main" val="29981596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showMasterSp="0">
  <p:cSld name="空白(白底)">
    <p:bg>
      <p:bgPr>
        <a:gradFill>
          <a:gsLst>
            <a:gs pos="0">
              <a:srgbClr val="C5C4FF">
                <a:alpha val="29000"/>
              </a:srgbClr>
            </a:gs>
            <a:gs pos="29000">
              <a:srgbClr val="ECEDEF">
                <a:alpha val="79000"/>
              </a:srgbClr>
            </a:gs>
            <a:gs pos="77000">
              <a:srgbClr val="E9EBEF">
                <a:alpha val="76000"/>
              </a:srgbClr>
            </a:gs>
            <a:gs pos="100000">
              <a:srgbClr val="CEF8E4">
                <a:alpha val="50000"/>
              </a:srgbClr>
            </a:gs>
          </a:gsLst>
          <a:lin ang="18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投影片編號版面配置區 2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en-US" dirty="0"/>
          </a:p>
        </p:txBody>
      </p:sp>
      <p:pic>
        <p:nvPicPr>
          <p:cNvPr id="4" name="expA_content_bg" descr="content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5" name="expA_logo" descr="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4854822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故事情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圖片版面配置區 3">
            <a:extLst>
              <a:ext uri="{FF2B5EF4-FFF2-40B4-BE49-F238E27FC236}">
                <a16:creationId xmlns:a16="http://schemas.microsoft.com/office/drawing/2014/main" id="{5EBCF797-5AFB-488D-9BD2-C6B3959B4387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563880" y="939339"/>
            <a:ext cx="5066944" cy="5299536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r>
              <a:rPr lang="zh-TW" altLang="en-US" dirty="0"/>
              <a:t>按一下圖示以新增圖片</a:t>
            </a:r>
          </a:p>
        </p:txBody>
      </p:sp>
      <p:sp>
        <p:nvSpPr>
          <p:cNvPr id="4" name="圖片版面配置區 4">
            <a:extLst>
              <a:ext uri="{FF2B5EF4-FFF2-40B4-BE49-F238E27FC236}">
                <a16:creationId xmlns:a16="http://schemas.microsoft.com/office/drawing/2014/main" id="{8C4BF591-5D37-446C-9C5E-DE35C84D9066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586115" y="939339"/>
            <a:ext cx="5066944" cy="5299538"/>
          </a:xfrm>
        </p:spPr>
        <p:txBody>
          <a:bodyPr>
            <a:normAutofit/>
          </a:bodyPr>
          <a:lstStyle>
            <a:lvl1pPr>
              <a:defRPr sz="2000"/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lang="zh-TW" altLang="en-US" dirty="0"/>
              <a:t>按一下圖示以新增圖片</a:t>
            </a:r>
          </a:p>
        </p:txBody>
      </p:sp>
      <p:sp>
        <p:nvSpPr>
          <p:cNvPr id="8" name="投影片編號版面配置區 3">
            <a:extLst>
              <a:ext uri="{FF2B5EF4-FFF2-40B4-BE49-F238E27FC236}">
                <a16:creationId xmlns:a16="http://schemas.microsoft.com/office/drawing/2014/main" id="{3ABC6C9B-8713-484C-BFE1-0E6BEC61177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047281" y="6352389"/>
            <a:ext cx="864973" cy="365125"/>
          </a:xfrm>
          <a:prstGeom prst="rect">
            <a:avLst/>
          </a:prstGeom>
        </p:spPr>
        <p:txBody>
          <a:bodyPr/>
          <a:lstStyle>
            <a:lvl1pPr algn="r">
              <a:defRPr lang="en-US" altLang="zh-TW" sz="24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FE0E8E1E-9E6A-4A96-9BF7-1914460B6FB5}" type="slidenum">
              <a:rPr lang="en-US" altLang="zh-TW" smtClean="0"/>
              <a:pPr/>
              <a:t>‹#›</a:t>
            </a:fld>
            <a:endParaRPr lang="zh-TW" altLang="en-US" dirty="0"/>
          </a:p>
        </p:txBody>
      </p:sp>
      <p:sp>
        <p:nvSpPr>
          <p:cNvPr id="7" name="文字版面配置區 10">
            <a:extLst>
              <a:ext uri="{FF2B5EF4-FFF2-40B4-BE49-F238E27FC236}">
                <a16:creationId xmlns:a16="http://schemas.microsoft.com/office/drawing/2014/main" id="{C03CC5A0-FD7A-4966-9674-77409F54E26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563880" y="311553"/>
            <a:ext cx="5066944" cy="461665"/>
          </a:xfrm>
        </p:spPr>
        <p:txBody>
          <a:bodyPr>
            <a:normAutofit/>
          </a:bodyPr>
          <a:lstStyle>
            <a:lvl1pPr>
              <a:defRPr sz="2400"/>
            </a:lvl1pPr>
            <a:lvl2pPr marL="457200" indent="0">
              <a:buNone/>
              <a:defRPr/>
            </a:lvl2pPr>
          </a:lstStyle>
          <a:p>
            <a:pPr lvl="0"/>
            <a:r>
              <a:rPr lang="zh-TW" altLang="en-US" dirty="0"/>
              <a:t>按一下以編輯標題</a:t>
            </a:r>
          </a:p>
        </p:txBody>
      </p:sp>
      <p:sp>
        <p:nvSpPr>
          <p:cNvPr id="9" name="文字版面配置區 10">
            <a:extLst>
              <a:ext uri="{FF2B5EF4-FFF2-40B4-BE49-F238E27FC236}">
                <a16:creationId xmlns:a16="http://schemas.microsoft.com/office/drawing/2014/main" id="{8450C998-0E74-48B5-A9C0-732162D42C15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586115" y="311553"/>
            <a:ext cx="5066944" cy="461665"/>
          </a:xfrm>
        </p:spPr>
        <p:txBody>
          <a:bodyPr>
            <a:normAutofit/>
          </a:bodyPr>
          <a:lstStyle>
            <a:lvl1pPr>
              <a:defRPr sz="2400"/>
            </a:lvl1pPr>
            <a:lvl2pPr marL="457200" indent="0">
              <a:buNone/>
              <a:defRPr/>
            </a:lvl2pPr>
          </a:lstStyle>
          <a:p>
            <a:pPr lvl="0"/>
            <a:r>
              <a:rPr lang="zh-TW" altLang="en-US" dirty="0"/>
              <a:t>按一下以編輯標題</a:t>
            </a:r>
          </a:p>
        </p:txBody>
      </p:sp>
    </p:spTree>
    <p:extLst>
      <p:ext uri="{BB962C8B-B14F-4D97-AF65-F5344CB8AC3E}">
        <p14:creationId xmlns:p14="http://schemas.microsoft.com/office/powerpoint/2010/main" val="36057257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2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F5B57701-44AD-E539-C251-2775ACC4BE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DB803A1C-2708-2FDF-A8D9-90530CBE05F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E0E8E1E-9E6A-4A96-9BF7-1914460B6FB5}" type="slidenum">
              <a:rPr lang="en-US" altLang="zh-TW" smtClean="0"/>
              <a:pPr/>
              <a:t>‹#›</a:t>
            </a:fld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09994828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Relationship Id="rId11" Type="http://schemas.openxmlformats.org/officeDocument/2006/relationships/image" Target="../media/image1.png"/><Relationship Id="rId12" Type="http://schemas.openxmlformats.org/officeDocument/2006/relationships/image" Target="../media/image2.svg"/><Relationship Id="rId13" Type="http://schemas.openxmlformats.org/officeDocument/2006/relationships/image" Target="../media/image3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rgbClr val="C5C4FF">
                <a:alpha val="29000"/>
              </a:srgbClr>
            </a:gs>
            <a:gs pos="29000">
              <a:srgbClr val="ECEDEF">
                <a:alpha val="79000"/>
              </a:srgbClr>
            </a:gs>
            <a:gs pos="77000">
              <a:srgbClr val="E9EBEF">
                <a:alpha val="76000"/>
              </a:srgbClr>
            </a:gs>
            <a:gs pos="100000">
              <a:srgbClr val="CEF8E4">
                <a:alpha val="50000"/>
              </a:srgbClr>
            </a:gs>
          </a:gsLst>
          <a:lin ang="1800000" scaled="0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/>
          <p:cNvSpPr>
            <a:spLocks noGrp="1"/>
          </p:cNvSpPr>
          <p:nvPr>
            <p:ph type="title"/>
          </p:nvPr>
        </p:nvSpPr>
        <p:spPr>
          <a:xfrm>
            <a:off x="279747" y="365126"/>
            <a:ext cx="11632507" cy="6528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 lang="zh-TW" altLang="en-US" dirty="0"/>
              <a:t>按一下以編輯母片標題樣式</a:t>
            </a:r>
          </a:p>
        </p:txBody>
      </p:sp>
      <p:sp>
        <p:nvSpPr>
          <p:cNvPr id="3" name="文字版面配置區 2"/>
          <p:cNvSpPr>
            <a:spLocks noGrp="1"/>
          </p:cNvSpPr>
          <p:nvPr userDrawn="1">
            <p:ph type="body" idx="1"/>
          </p:nvPr>
        </p:nvSpPr>
        <p:spPr>
          <a:xfrm>
            <a:off x="279746" y="1240221"/>
            <a:ext cx="11632507" cy="45560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 dirty="0"/>
              <a:t>編輯母片文字樣式</a:t>
            </a:r>
          </a:p>
          <a:p>
            <a:pPr lvl="1"/>
            <a:r>
              <a:rPr lang="zh-TW" altLang="en-US" dirty="0"/>
              <a:t>第二層</a:t>
            </a:r>
          </a:p>
          <a:p>
            <a:pPr lvl="2"/>
            <a:r>
              <a:rPr lang="zh-TW" altLang="en-US" dirty="0"/>
              <a:t>第三層</a:t>
            </a:r>
          </a:p>
          <a:p>
            <a:pPr lvl="3"/>
            <a:r>
              <a:rPr lang="zh-TW" altLang="en-US" dirty="0"/>
              <a:t>第四層</a:t>
            </a:r>
          </a:p>
          <a:p>
            <a:pPr lvl="4"/>
            <a:r>
              <a:rPr lang="zh-TW" altLang="en-US" dirty="0"/>
              <a:t>第五層</a:t>
            </a:r>
          </a:p>
        </p:txBody>
      </p:sp>
      <p:sp>
        <p:nvSpPr>
          <p:cNvPr id="10" name="投影片編號版面配置區 3"/>
          <p:cNvSpPr>
            <a:spLocks noGrp="1"/>
          </p:cNvSpPr>
          <p:nvPr userDrawn="1">
            <p:ph type="sldNum" sz="quarter" idx="4"/>
          </p:nvPr>
        </p:nvSpPr>
        <p:spPr>
          <a:xfrm>
            <a:off x="11047281" y="6352389"/>
            <a:ext cx="864973" cy="365125"/>
          </a:xfrm>
          <a:prstGeom prst="rect">
            <a:avLst/>
          </a:prstGeom>
        </p:spPr>
        <p:txBody>
          <a:bodyPr/>
          <a:lstStyle>
            <a:lvl1pPr algn="r">
              <a:defRPr lang="en-US" altLang="zh-TW" sz="2400" b="1" kern="1200" smtClean="0">
                <a:solidFill>
                  <a:schemeClr val="tx2"/>
                </a:solidFill>
                <a:latin typeface="+mn-lt"/>
                <a:ea typeface="+mn-ea"/>
                <a:cs typeface="+mn-cs"/>
              </a:defRPr>
            </a:lvl1pPr>
          </a:lstStyle>
          <a:p>
            <a:fld id="{FE0E8E1E-9E6A-4A96-9BF7-1914460B6FB5}" type="slidenum">
              <a:rPr lang="en-US" altLang="zh-TW" smtClean="0"/>
              <a:pPr/>
              <a:t>‹#›</a:t>
            </a:fld>
            <a:endParaRPr lang="zh-TW" altLang="en-US" dirty="0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A250DAEE-954E-7011-B426-1085B4ACD3DC}"/>
              </a:ext>
            </a:extLst>
          </p:cNvPr>
          <p:cNvSpPr/>
          <p:nvPr userDrawn="1"/>
        </p:nvSpPr>
        <p:spPr>
          <a:xfrm>
            <a:off x="-5252" y="0"/>
            <a:ext cx="279746" cy="652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353A679-73D8-78ED-69A1-6CBD07561811}"/>
              </a:ext>
            </a:extLst>
          </p:cNvPr>
          <p:cNvSpPr/>
          <p:nvPr userDrawn="1"/>
        </p:nvSpPr>
        <p:spPr>
          <a:xfrm>
            <a:off x="11912253" y="-12049"/>
            <a:ext cx="279746" cy="652892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TW" altLang="en-US"/>
          </a:p>
        </p:txBody>
      </p:sp>
      <p:pic>
        <p:nvPicPr>
          <p:cNvPr id="5" name="圖形 4">
            <a:extLst>
              <a:ext uri="{FF2B5EF4-FFF2-40B4-BE49-F238E27FC236}">
                <a16:creationId xmlns:a16="http://schemas.microsoft.com/office/drawing/2014/main" id="{307CCFF2-3B6C-4C2D-BED0-A20D57F07557}"/>
              </a:ext>
            </a:extLst>
          </p:cNvPr>
          <p:cNvPicPr>
            <a:picLocks noChangeAspect="1"/>
          </p:cNvPicPr>
          <p:nvPr userDrawn="1"/>
        </p:nvPicPr>
        <p:blipFill>
          <a:blip r:embed="rId11">
            <a:extLst>
              <a:ext uri="{28A0092B-C50C-407E-A947-70E740481C1C}">
                <a14:useLocalDpi xmlns:a14="http://schemas.microsoft.com/office/drawing/2010/main"/>
              </a:ex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-5252" y="2493"/>
            <a:ext cx="12181231" cy="6853013"/>
          </a:xfrm>
          <a:prstGeom prst="rect">
            <a:avLst/>
          </a:prstGeom>
        </p:spPr>
      </p:pic>
      <p:pic>
        <p:nvPicPr>
          <p:cNvPr id="23" name="圖片 22">
            <a:extLst>
              <a:ext uri="{FF2B5EF4-FFF2-40B4-BE49-F238E27FC236}">
                <a16:creationId xmlns:a16="http://schemas.microsoft.com/office/drawing/2014/main" id="{5D6319A7-EB33-4DA4-DB0C-0A4457BED19C}"/>
              </a:ext>
            </a:extLst>
          </p:cNvPr>
          <p:cNvPicPr>
            <a:picLocks noChangeAspect="1"/>
          </p:cNvPicPr>
          <p:nvPr userDrawn="1"/>
        </p:nvPicPr>
        <p:blipFill>
          <a:blip r:embed="rId1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279746" y="6379276"/>
            <a:ext cx="1698172" cy="3626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1354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722" r:id="rId2"/>
    <p:sldLayoutId id="2147483726" r:id="rId3"/>
    <p:sldLayoutId id="2147483712" r:id="rId4"/>
    <p:sldLayoutId id="2147483728" r:id="rId5"/>
    <p:sldLayoutId id="2147483716" r:id="rId6"/>
    <p:sldLayoutId id="2147483719" r:id="rId7"/>
    <p:sldLayoutId id="2147483729" r:id="rId8"/>
    <p:sldLayoutId id="2147483730" r:id="rId9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1" kern="1200">
          <a:solidFill>
            <a:schemeClr val="tx2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b="1" kern="1200">
          <a:solidFill>
            <a:schemeClr val="tx2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b="1" kern="1200">
          <a:solidFill>
            <a:schemeClr val="tx2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b="1" kern="1200">
          <a:solidFill>
            <a:schemeClr val="tx2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副標題 2">
            <a:extLst>
              <a:ext uri="{FF2B5EF4-FFF2-40B4-BE49-F238E27FC236}">
                <a16:creationId xmlns:a16="http://schemas.microsoft.com/office/drawing/2014/main" id="{332C7A09-EB7D-4A63-BA8C-3717C9E2FA8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13127" y="3631816"/>
            <a:ext cx="6804798" cy="369332"/>
          </a:xfrm>
          <a:noFill/>
          <a:ln>
            <a:noFill/>
          </a:ln>
        </p:spPr>
        <p:txBody>
          <a:bodyPr/>
          <a:lstStyle/>
          <a:p>
            <a:pPr/>
            <a:r>
              <a:rPr lang="en-US" altLang="zh-TW" dirty="0"/>
              <a:t>2026/08/03  |  報告人:Hunter</a:t>
            </a:r>
          </a:p>
        </p:txBody>
      </p:sp>
      <p:sp>
        <p:nvSpPr>
          <p:cNvPr id="2" name="標題 1">
            <a:extLst>
              <a:ext uri="{FF2B5EF4-FFF2-40B4-BE49-F238E27FC236}">
                <a16:creationId xmlns:a16="http://schemas.microsoft.com/office/drawing/2014/main" id="{2A5D0AC6-EF0D-42F4-A04B-FF113AF19BD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12738" y="2662238"/>
            <a:ext cx="3846886" cy="757237"/>
          </a:xfrm>
        </p:spPr>
        <p:txBody>
          <a:bodyPr/>
          <a:lstStyle/>
          <a:p>
            <a:pPr/>
            <a:r>
              <a:rPr lang="zh-TW" altLang="en-US" dirty="0"/>
              <a:t>智能客服升級</a:t>
            </a:r>
          </a:p>
        </p:txBody>
      </p:sp>
      <p:sp>
        <p:nvSpPr>
          <p:cNvPr id="16" name="文字方塊 15">
            <a:extLst>
              <a:ext uri="{FF2B5EF4-FFF2-40B4-BE49-F238E27FC236}">
                <a16:creationId xmlns:a16="http://schemas.microsoft.com/office/drawing/2014/main" id="{C1705A28-4748-ECE1-661E-4546EB00519B}"/>
              </a:ext>
            </a:extLst>
          </p:cNvPr>
          <p:cNvSpPr txBox="1"/>
          <p:nvPr/>
        </p:nvSpPr>
        <p:spPr>
          <a:xfrm>
            <a:off x="3487271" y="2730640"/>
            <a:ext cx="2958726" cy="70788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lang="zh-TW" altLang="en-US" sz="4000" b="1" dirty="0">
                <a:solidFill>
                  <a:schemeClr val="accent2"/>
                </a:solidFill>
              </a:rPr>
              <a:t>數位金融部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內容版面配置區 1">
            <a:extLst>
              <a:ext uri="{FF2B5EF4-FFF2-40B4-BE49-F238E27FC236}">
                <a16:creationId xmlns:a16="http://schemas.microsoft.com/office/drawing/2014/main" id="{08F57216-2288-FDAD-4EAA-CBCA52B3B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/>
            <a:r>
              <a:rPr kumimoji="1" lang="zh-TW" altLang="en-US" dirty="0"/>
              <a:t>01  三大升級重點</a:t>
            </a:r>
            <a:endParaRPr kumimoji="1" lang="en-US" altLang="zh-TW" dirty="0"/>
          </a:p>
          <a:p>
            <a:r>
              <a:rPr kumimoji="1" lang="zh-TW" altLang="en-US" dirty="0"/>
              <a:t>智能問答、全通路整合、人機協作</a:t>
            </a:r>
          </a:p>
          <a:p>
            <a:r>
              <a:rPr kumimoji="1" lang="zh-TW" altLang="en-US" dirty="0"/>
              <a:t>02  預期效益目標</a:t>
            </a:r>
          </a:p>
          <a:p>
            <a:r>
              <a:rPr kumimoji="1" lang="zh-TW" altLang="en-US" dirty="0"/>
              <a:t>以三個關鍵指標衡量成效</a:t>
            </a:r>
          </a:p>
          <a:p>
            <a:r>
              <a:rPr kumimoji="1" lang="zh-TW" altLang="en-US" dirty="0"/>
              <a:t>03  推動時程規劃</a:t>
            </a:r>
          </a:p>
          <a:p>
            <a:r>
              <a:rPr kumimoji="1" lang="zh-TW" altLang="en-US" dirty="0"/>
              <a:t>自需求盤點至上線試營運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1247120" y="6144768"/>
            <a:ext cx="640080" cy="457200"/>
          </a:xfrm>
          <a:prstGeom prst="rect">
            <a:avLst/>
          </a:prstGeom>
          <a:noFill/>
        </p:spPr>
        <p:txBody>
          <a:bodyPr wrap="square" lIns="54864" rIns="54864" tIns="27432" bIns="27432">
            <a:spAutoFit/>
          </a:bodyPr>
          <a:lstStyle/>
          <a:p>
            <a:pPr algn="r"/>
            <a:r>
              <a:rPr sz="2800" b="1">
                <a:solidFill>
                  <a:srgbClr val="344252"/>
                </a:solidFill>
                <a:latin typeface="Microsoft Jheng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3" name="圖片 2">
            <a:extLst>
              <a:ext uri="{FF2B5EF4-FFF2-40B4-BE49-F238E27FC236}">
                <a16:creationId xmlns:a16="http://schemas.microsoft.com/office/drawing/2014/main" id="{0F530230-7D17-43FF-896F-D2598C6D095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13257" t="8991" r="4093" b="8411"/>
          <a:stretch/>
        </p:blipFill>
        <p:spPr>
          <a:xfrm>
            <a:off x="-14367" y="-3797"/>
            <a:ext cx="12206367" cy="6861797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816557BF-50CF-431B-BECD-A96FA4FFB106}"/>
              </a:ext>
            </a:extLst>
          </p:cNvPr>
          <p:cNvSpPr/>
          <p:nvPr/>
        </p:nvSpPr>
        <p:spPr>
          <a:xfrm>
            <a:off x="0" y="0"/>
            <a:ext cx="6610350" cy="6858000"/>
          </a:xfrm>
          <a:prstGeom prst="rect">
            <a:avLst/>
          </a:prstGeom>
          <a:gradFill flip="none" rotWithShape="1">
            <a:gsLst>
              <a:gs pos="87000">
                <a:schemeClr val="bg1"/>
              </a:gs>
              <a:gs pos="0">
                <a:schemeClr val="bg1">
                  <a:alpha val="0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TW" altLang="en-US" dirty="0"/>
          </a:p>
        </p:txBody>
      </p:sp>
      <p:sp>
        <p:nvSpPr>
          <p:cNvPr id="2" name="標題 1"/>
          <p:cNvSpPr>
            <a:spLocks noGrp="1"/>
          </p:cNvSpPr>
          <p:nvPr>
            <p:ph type="title" idx="4294967295"/>
          </p:nvPr>
        </p:nvSpPr>
        <p:spPr>
          <a:xfrm>
            <a:off x="799170" y="3048536"/>
            <a:ext cx="6859859" cy="757130"/>
          </a:xfrm>
        </p:spPr>
        <p:txBody>
          <a:bodyPr/>
          <a:lstStyle/>
          <a:p>
            <a:pPr algn="l"/>
            <a:r>
              <a:rPr lang="en-US" altLang="zh-TW" dirty="0"/>
              <a:t>Thank you</a:t>
            </a:r>
            <a:endParaRPr lang="zh-TW" altLang="en-US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457200"/>
          </a:xfrm>
          <a:prstGeom prst="rect">
            <a:avLst/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44252"/>
                </a:solidFill>
                <a:latin typeface="Microsoft JhengHei"/>
                <a:ea typeface="Microsoft JhengHei"/>
              </a:rPr>
              <a:t>三大升級重點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960120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8727E"/>
                </a:solidFill>
                <a:latin typeface="Microsoft JhengHei"/>
                <a:ea typeface="Microsoft JhengHei"/>
              </a:rPr>
              <a:t>從單點客服工具走向智能服務平台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8727E"/>
                </a:solidFill>
                <a:latin typeface="Microsoft JhengHei"/>
                <a:ea typeface="Microsoft JhengHei"/>
              </a:rPr>
              <a:t>03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169164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868680" y="2057400"/>
            <a:ext cx="2971800" cy="594360"/>
          </a:xfrm>
          <a:prstGeom prst="roundRect">
            <a:avLst>
              <a:gd name="adj" fmla="val 50000"/>
            </a:avLst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</a:rPr>
              <a:t>智能問答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3017520"/>
            <a:ext cx="2926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AI 意圖識別引擎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常見問題自動回覆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多輪對話理解上下文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69164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54880" y="2057400"/>
            <a:ext cx="2971800" cy="594360"/>
          </a:xfrm>
          <a:prstGeom prst="roundRect">
            <a:avLst>
              <a:gd name="adj" fmla="val 50000"/>
            </a:avLst>
          </a:prstGeom>
          <a:solidFill>
            <a:srgbClr val="848B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</a:rPr>
              <a:t>全通路整合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00600" y="3017520"/>
            <a:ext cx="2926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LINE 與 App 訊息互通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對話紀錄跨通路同步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單一後台統一管理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321040" y="1691640"/>
            <a:ext cx="3611880" cy="411480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641080" y="2057400"/>
            <a:ext cx="2971800" cy="594360"/>
          </a:xfrm>
          <a:prstGeom prst="roundRect">
            <a:avLst>
              <a:gd name="adj" fmla="val 50000"/>
            </a:avLst>
          </a:prstGeom>
          <a:solidFill>
            <a:srgbClr val="4AB7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600" b="1">
                <a:solidFill>
                  <a:srgbClr val="FFFFFF"/>
                </a:solidFill>
                <a:latin typeface="Microsoft JhengHei"/>
                <a:ea typeface="Microsoft JhengHei"/>
              </a:rPr>
              <a:t>人機協作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0" y="3017520"/>
            <a:ext cx="292608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複雜案件即時轉真人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AI 摘要輔助客服接手</a:t>
            </a:r>
          </a:p>
          <a:p>
            <a:pPr algn="l">
              <a:spcAft>
                <a:spcPts val="1400"/>
              </a:spcAft>
            </a:pPr>
            <a:r>
              <a:rPr sz="1400" b="0">
                <a:solidFill>
                  <a:srgbClr val="344252"/>
                </a:solidFill>
                <a:latin typeface="Microsoft JhengHei"/>
                <a:ea typeface="Microsoft JhengHei"/>
              </a:rPr>
              <a:t>•  回覆建議即時生成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457200"/>
          </a:xfrm>
          <a:prstGeom prst="rect">
            <a:avLst/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44252"/>
                </a:solidFill>
                <a:latin typeface="Microsoft JhengHei"/>
                <a:ea typeface="Microsoft JhengHei"/>
              </a:rPr>
              <a:t>預期效益目標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960120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8727E"/>
                </a:solidFill>
                <a:latin typeface="Microsoft JhengHei"/>
                <a:ea typeface="Microsoft JhengHei"/>
              </a:rPr>
              <a:t>上線半年內的三個關鍵指標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8727E"/>
                </a:solidFill>
                <a:latin typeface="Microsoft JhengHei"/>
                <a:ea typeface="Microsoft JhengHei"/>
              </a:rPr>
              <a:t>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103120"/>
            <a:ext cx="3383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>
                <a:solidFill>
                  <a:srgbClr val="58D494"/>
                </a:solidFill>
                <a:latin typeface="Microsoft JhengHei"/>
                <a:ea typeface="Microsoft JhengHei"/>
              </a:rPr>
              <a:t>60%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42900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44252"/>
                </a:solidFill>
                <a:latin typeface="Microsoft JhengHei"/>
                <a:ea typeface="Microsoft JhengHei"/>
              </a:rPr>
              <a:t>自動解決率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85800" y="3977639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8727E"/>
                </a:solidFill>
                <a:latin typeface="Microsoft JhengHei"/>
                <a:ea typeface="Microsoft JhengHei"/>
              </a:rPr>
              <a:t>常見問題由 AI 直接結案</a:t>
            </a:r>
          </a:p>
        </p:txBody>
      </p:sp>
      <p:sp>
        <p:nvSpPr>
          <p:cNvPr id="9" name="Rectangle 8"/>
          <p:cNvSpPr/>
          <p:nvPr/>
        </p:nvSpPr>
        <p:spPr>
          <a:xfrm>
            <a:off x="4206240" y="2377440"/>
            <a:ext cx="9525" cy="201168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103120"/>
            <a:ext cx="3383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>
                <a:solidFill>
                  <a:srgbClr val="848BF2"/>
                </a:solidFill>
                <a:latin typeface="Microsoft JhengHei"/>
                <a:ea typeface="Microsoft JhengHei"/>
              </a:rPr>
              <a:t>30秒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42900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44252"/>
                </a:solidFill>
                <a:latin typeface="Microsoft JhengHei"/>
                <a:ea typeface="Microsoft JhengHei"/>
              </a:rPr>
              <a:t>首次回應時間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977639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8727E"/>
                </a:solidFill>
                <a:latin typeface="Microsoft JhengHei"/>
                <a:ea typeface="Microsoft JhengHei"/>
              </a:rPr>
              <a:t>首次回應縮至半分鐘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001000" y="2377440"/>
            <a:ext cx="9525" cy="201168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75320" y="2103120"/>
            <a:ext cx="3383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6000" b="1">
                <a:solidFill>
                  <a:srgbClr val="4AB7F9"/>
                </a:solidFill>
                <a:latin typeface="Microsoft JhengHei"/>
                <a:ea typeface="Microsoft JhengHei"/>
              </a:rPr>
              <a:t>+15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75320" y="3429000"/>
            <a:ext cx="33832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800" b="1">
                <a:solidFill>
                  <a:srgbClr val="344252"/>
                </a:solidFill>
                <a:latin typeface="Microsoft JhengHei"/>
                <a:ea typeface="Microsoft JhengHei"/>
              </a:rPr>
              <a:t>滿意度提升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75320" y="3977639"/>
            <a:ext cx="33832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0">
                <a:solidFill>
                  <a:srgbClr val="68727E"/>
                </a:solidFill>
                <a:latin typeface="Microsoft JhengHei"/>
                <a:ea typeface="Microsoft JhengHei"/>
              </a:rPr>
              <a:t>NPS 預期提升 15 分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82296" cy="457200"/>
          </a:xfrm>
          <a:prstGeom prst="rect">
            <a:avLst/>
          </a:prstGeom>
          <a:solidFill>
            <a:srgbClr val="58D49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411480"/>
            <a:ext cx="86868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344252"/>
                </a:solidFill>
                <a:latin typeface="Microsoft JhengHei"/>
                <a:ea typeface="Microsoft JhengHei"/>
              </a:rPr>
              <a:t>推動時程規劃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960120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68727E"/>
                </a:solidFill>
                <a:latin typeface="Microsoft JhengHei"/>
                <a:ea typeface="Microsoft JhengHei"/>
              </a:rPr>
              <a:t>四個月分階段推進,十一月上線試營運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247120" y="6355080"/>
            <a:ext cx="6400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68727E"/>
                </a:solidFill>
                <a:latin typeface="Microsoft JhengHei"/>
                <a:ea typeface="Microsoft JhengHei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3931920"/>
            <a:ext cx="9326880" cy="19050"/>
          </a:xfrm>
          <a:prstGeom prst="rect">
            <a:avLst/>
          </a:prstGeom>
          <a:solidFill>
            <a:srgbClr val="D8DE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34440" y="3831336"/>
            <a:ext cx="219456" cy="219456"/>
          </a:xfrm>
          <a:prstGeom prst="ellipse">
            <a:avLst/>
          </a:prstGeom>
          <a:solidFill>
            <a:srgbClr val="58D494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85800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68727E"/>
                </a:solidFill>
                <a:latin typeface="Microsoft JhengHei"/>
                <a:ea typeface="Microsoft JhengHei"/>
              </a:rPr>
              <a:t>八月</a:t>
            </a:r>
          </a:p>
        </p:txBody>
      </p:sp>
      <p:sp>
        <p:nvSpPr>
          <p:cNvPr id="9" name="Oval 8"/>
          <p:cNvSpPr/>
          <p:nvPr/>
        </p:nvSpPr>
        <p:spPr>
          <a:xfrm>
            <a:off x="4114800" y="3831336"/>
            <a:ext cx="219456" cy="219456"/>
          </a:xfrm>
          <a:prstGeom prst="ellipse">
            <a:avLst/>
          </a:prstGeom>
          <a:solidFill>
            <a:srgbClr val="848BF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68727E"/>
                </a:solidFill>
                <a:latin typeface="Microsoft JhengHei"/>
                <a:ea typeface="Microsoft JhengHei"/>
              </a:rPr>
              <a:t>九月</a:t>
            </a:r>
          </a:p>
        </p:txBody>
      </p:sp>
      <p:sp>
        <p:nvSpPr>
          <p:cNvPr id="11" name="Oval 10"/>
          <p:cNvSpPr/>
          <p:nvPr/>
        </p:nvSpPr>
        <p:spPr>
          <a:xfrm>
            <a:off x="6995160" y="3831336"/>
            <a:ext cx="219456" cy="219456"/>
          </a:xfrm>
          <a:prstGeom prst="ellipse">
            <a:avLst/>
          </a:prstGeom>
          <a:solidFill>
            <a:srgbClr val="4AB7F9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68727E"/>
                </a:solidFill>
                <a:latin typeface="Microsoft JhengHei"/>
                <a:ea typeface="Microsoft JhengHei"/>
              </a:rPr>
              <a:t>十月</a:t>
            </a:r>
          </a:p>
        </p:txBody>
      </p:sp>
      <p:sp>
        <p:nvSpPr>
          <p:cNvPr id="13" name="Oval 12"/>
          <p:cNvSpPr/>
          <p:nvPr/>
        </p:nvSpPr>
        <p:spPr>
          <a:xfrm>
            <a:off x="9875519" y="3831336"/>
            <a:ext cx="219456" cy="219456"/>
          </a:xfrm>
          <a:prstGeom prst="ellipse">
            <a:avLst/>
          </a:prstGeom>
          <a:solidFill>
            <a:srgbClr val="344252"/>
          </a:solidFill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326879" y="4160520"/>
            <a:ext cx="13258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300" b="1">
                <a:solidFill>
                  <a:srgbClr val="68727E"/>
                </a:solidFill>
                <a:latin typeface="Microsoft JhengHei"/>
                <a:ea typeface="Microsoft JhengHei"/>
              </a:rPr>
              <a:t>上線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0040" y="237744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44252"/>
                </a:solidFill>
                <a:latin typeface="Microsoft JhengHei"/>
                <a:ea typeface="Microsoft JhengHei"/>
              </a:rPr>
              <a:t>需求盤點</a:t>
            </a:r>
          </a:p>
          <a:p>
            <a:pPr algn="ctr"/>
            <a:r>
              <a:rPr sz="1200" b="0">
                <a:solidFill>
                  <a:srgbClr val="68727E"/>
                </a:solidFill>
                <a:latin typeface="Microsoft JhengHei"/>
                <a:ea typeface="Microsoft JhengHei"/>
              </a:rPr>
              <a:t>彙整客服常見問題與知識庫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37744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44252"/>
                </a:solidFill>
                <a:latin typeface="Microsoft JhengHei"/>
                <a:ea typeface="Microsoft JhengHei"/>
              </a:rPr>
              <a:t>系統建置</a:t>
            </a:r>
          </a:p>
          <a:p>
            <a:pPr algn="ctr"/>
            <a:r>
              <a:rPr sz="1200" b="0">
                <a:solidFill>
                  <a:srgbClr val="68727E"/>
                </a:solidFill>
                <a:latin typeface="Microsoft JhengHei"/>
                <a:ea typeface="Microsoft JhengHei"/>
              </a:rPr>
              <a:t>AI 模型訓練與通路串接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80760" y="2377440"/>
            <a:ext cx="210312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1">
                <a:solidFill>
                  <a:srgbClr val="344252"/>
                </a:solidFill>
                <a:latin typeface="Microsoft JhengHei"/>
                <a:ea typeface="Microsoft JhengHei"/>
              </a:rPr>
              <a:t>上線試營運</a:t>
            </a:r>
          </a:p>
          <a:p>
            <a:pPr algn="ctr"/>
            <a:r>
              <a:rPr sz="1200" b="0">
                <a:solidFill>
                  <a:srgbClr val="68727E"/>
                </a:solidFill>
                <a:latin typeface="Microsoft JhengHei"/>
                <a:ea typeface="Microsoft JhengHei"/>
              </a:rPr>
              <a:t>先開放一成流量觀察成效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680960" y="4892040"/>
            <a:ext cx="3931920" cy="1188720"/>
          </a:xfrm>
          <a:prstGeom prst="roundRect">
            <a:avLst>
              <a:gd name="adj" fmla="val 6000"/>
            </a:avLst>
          </a:prstGeom>
          <a:solidFill>
            <a:srgbClr val="F7F9FB"/>
          </a:solidFill>
          <a:ln w="9525">
            <a:solidFill>
              <a:srgbClr val="D8DE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955279" y="5029200"/>
            <a:ext cx="34747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344252"/>
                </a:solidFill>
                <a:latin typeface="Microsoft JhengHei"/>
                <a:ea typeface="Microsoft JhengHei"/>
              </a:rPr>
              <a:t>目前進度</a:t>
            </a:r>
          </a:p>
          <a:p>
            <a:pPr algn="l"/>
            <a:r>
              <a:rPr sz="1200" b="0">
                <a:solidFill>
                  <a:srgbClr val="68727E"/>
                </a:solidFill>
                <a:latin typeface="Microsoft JhengHei"/>
                <a:ea typeface="Microsoft JhengHei"/>
              </a:rPr>
              <a:t>需求訪談完成八成,知識庫盤點進行中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外部簡報_淺">
      <a:dk1>
        <a:srgbClr val="000000"/>
      </a:dk1>
      <a:lt1>
        <a:srgbClr val="FFFFFF"/>
      </a:lt1>
      <a:dk2>
        <a:srgbClr val="344252"/>
      </a:dk2>
      <a:lt2>
        <a:srgbClr val="C0CAD6"/>
      </a:lt2>
      <a:accent1>
        <a:srgbClr val="687482"/>
      </a:accent1>
      <a:accent2>
        <a:srgbClr val="58D494"/>
      </a:accent2>
      <a:accent3>
        <a:srgbClr val="848BF2"/>
      </a:accent3>
      <a:accent4>
        <a:srgbClr val="538CFD"/>
      </a:accent4>
      <a:accent5>
        <a:srgbClr val="4AB7F9"/>
      </a:accent5>
      <a:accent6>
        <a:srgbClr val="BF0000"/>
      </a:accent6>
      <a:hlink>
        <a:srgbClr val="548BFD"/>
      </a:hlink>
      <a:folHlink>
        <a:srgbClr val="4566F6"/>
      </a:folHlink>
    </a:clrScheme>
    <a:fontScheme name="自訂 3">
      <a:majorFont>
        <a:latin typeface="Calibri"/>
        <a:ea typeface="微軟正黑體"/>
        <a:cs typeface=""/>
      </a:majorFont>
      <a:minorFont>
        <a:latin typeface="Calibri"/>
        <a:ea typeface="微軟正黑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>
          <a:gsLst>
            <a:gs pos="100000">
              <a:srgbClr val="344253">
                <a:alpha val="30165"/>
              </a:srgbClr>
            </a:gs>
            <a:gs pos="26000">
              <a:srgbClr val="344253">
                <a:alpha val="0"/>
              </a:srgbClr>
            </a:gs>
          </a:gsLst>
          <a:lin ang="0" scaled="0"/>
        </a:gradFill>
        <a:ln>
          <a:noFill/>
        </a:ln>
      </a:spPr>
      <a:bodyPr rtlCol="0" anchor="ctr"/>
      <a:lstStyle>
        <a:defPPr algn="ctr">
          <a:defRPr kumimoji="1" dirty="0"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ctr">
          <a:defRPr sz="2800" b="1" dirty="0">
            <a:solidFill>
              <a:schemeClr val="bg1"/>
            </a:solidFill>
            <a:latin typeface="+mn-ea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文件" ma:contentTypeID="0x010100AD7AF4F1AFBE8248AE1781E3682D57CD" ma:contentTypeVersion="1" ma:contentTypeDescription="建立新的文件。" ma:contentTypeScope="" ma:versionID="c43ac5fca3cf3b9a35e6633478885155">
  <xsd:schema xmlns:xsd="http://www.w3.org/2001/XMLSchema" xmlns:xs="http://www.w3.org/2001/XMLSchema" xmlns:p="http://schemas.microsoft.com/office/2006/metadata/properties" xmlns:ns2="4ed108c5-cbc1-4401-9efa-634c12a4e57d" targetNamespace="http://schemas.microsoft.com/office/2006/metadata/properties" ma:root="true" ma:fieldsID="d4a3f3d7dab45dd4feb335b1a6590646" ns2:_="">
    <xsd:import namespace="4ed108c5-cbc1-4401-9efa-634c12a4e57d"/>
    <xsd:element name="properties">
      <xsd:complexType>
        <xsd:sequence>
          <xsd:element name="documentManagement">
            <xsd:complexType>
              <xsd:all>
                <xsd:element ref="ns2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d108c5-cbc1-4401-9efa-634c12a4e57d" elementFormDefault="qualified">
    <xsd:import namespace="http://schemas.microsoft.com/office/2006/documentManagement/types"/>
    <xsd:import namespace="http://schemas.microsoft.com/office/infopath/2007/PartnerControls"/>
    <xsd:element name="SharedWithUsers" ma:index="8" nillable="true" ma:displayName="共用對象: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內容類型"/>
        <xsd:element ref="dc:title" minOccurs="0" maxOccurs="1" ma:index="4" ma:displayName="標題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CB0DDD6E-C142-459E-A3A8-F59EDC841990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4ed108c5-cbc1-4401-9efa-634c12a4e5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518683D9-D42F-4851-AA9C-E0A89915BF7F}">
  <ds:schemaRefs>
    <ds:schemaRef ds:uri="http://purl.org/dc/terms/"/>
    <ds:schemaRef ds:uri="http://purl.org/dc/dcmitype/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4ed108c5-cbc1-4401-9efa-634c12a4e57d"/>
    <ds:schemaRef ds:uri="http://www.w3.org/XML/1998/namespace"/>
  </ds:schemaRefs>
</ds:datastoreItem>
</file>

<file path=customXml/itemProps3.xml><?xml version="1.0" encoding="utf-8"?>
<ds:datastoreItem xmlns:ds="http://schemas.openxmlformats.org/officeDocument/2006/customXml" ds:itemID="{5E38E9B8-74DE-4062-94C2-B742D48A8714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75730</TotalTime>
  <Words>7131</Words>
  <Application>Microsoft Office PowerPoint</Application>
  <PresentationFormat>寬螢幕</PresentationFormat>
  <Paragraphs>1486</Paragraphs>
  <Slides>60</Slides>
  <Notes>1</Notes>
  <HiddenSlides>0</HiddenSlides>
  <MMClips>0</MMClips>
  <ScaleCrop>false</ScaleCrop>
  <HeadingPairs>
    <vt:vector size="6" baseType="variant">
      <vt:variant>
        <vt:lpstr>使用字型</vt:lpstr>
      </vt:variant>
      <vt:variant>
        <vt:i4>12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60</vt:i4>
      </vt:variant>
    </vt:vector>
  </HeadingPairs>
  <TitlesOfParts>
    <vt:vector size="73" baseType="lpstr">
      <vt:lpstr>Alibaba PuHuiTi 2.0 55 Regular</vt:lpstr>
      <vt:lpstr>Noto Sans TC</vt:lpstr>
      <vt:lpstr>Noto Sans TC Light</vt:lpstr>
      <vt:lpstr>Noto Sans TC Medium</vt:lpstr>
      <vt:lpstr>Noto Sans TC SemiBold</vt:lpstr>
      <vt:lpstr>PingFang TC Medium</vt:lpstr>
      <vt:lpstr>微軟正黑體</vt:lpstr>
      <vt:lpstr>Arial</vt:lpstr>
      <vt:lpstr>Calibri</vt:lpstr>
      <vt:lpstr>Poppins</vt:lpstr>
      <vt:lpstr>Segoe UI</vt:lpstr>
      <vt:lpstr>Wingdings</vt:lpstr>
      <vt:lpstr>Office 佈景主題</vt:lpstr>
      <vt:lpstr>套版步驟</vt:lpstr>
      <vt:lpstr>套版技巧</vt:lpstr>
      <vt:lpstr>顏色配置參考</vt:lpstr>
      <vt:lpstr>資訊、技術、網路、監控、安全、裝置</vt:lpstr>
      <vt:lpstr>銀行、企業、組織、團隊、營運、人</vt:lpstr>
      <vt:lpstr>行銷、推廣、公告、訊息、產品、服務</vt:lpstr>
      <vt:lpstr>外部簡報模板</vt:lpstr>
      <vt:lpstr>PowerPoint 簡報</vt:lpstr>
      <vt:lpstr>PowerPoint 簡報</vt:lpstr>
      <vt:lpstr>PowerPoint 簡報</vt:lpstr>
      <vt:lpstr>PowerPoint 簡報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 重點文字</vt:lpstr>
      <vt:lpstr>頁面標題文字 重點文字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請輸入標題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頁面標題文字</vt:lpstr>
      <vt:lpstr>Thank you!</vt:lpstr>
      <vt:lpstr>PowerPoint 簡報</vt:lpstr>
    </vt:vector>
  </TitlesOfParts>
  <Company>國泰世華銀行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簡報</dc:title>
  <dc:creator>魏廷羽</dc:creator>
  <cp:lastModifiedBy>翟家葳 Zoey Chai</cp:lastModifiedBy>
  <cp:revision>1643</cp:revision>
  <dcterms:created xsi:type="dcterms:W3CDTF">2020-04-09T06:20:04Z</dcterms:created>
  <dcterms:modified xsi:type="dcterms:W3CDTF">2026-07-30T09:13:50Z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0x010100AD7AF4F1AFBE8248AE1781E3682D57CD</vt:lpwstr>
  </property>
</Properties>
</file>